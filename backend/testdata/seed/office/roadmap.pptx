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hydrogen safety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Airship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one: build the envelope</a:t>
            </a:r>
          </a:p>
          <a:p>
            <a:r>
              <a:t>Phase two: test flights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